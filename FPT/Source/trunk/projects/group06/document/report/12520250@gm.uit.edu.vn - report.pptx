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4B4D2-39C1-4439-983E-6D94B2CADAA7}" type="datetimeFigureOut">
              <a:rPr lang="en-US" smtClean="0"/>
              <a:t>03-Sep-15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27E9C-9417-4381-93A9-831561A76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7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27E9C-9417-4381-93A9-831561A763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23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FD84-468D-4B5C-945A-2C52CECBD945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A68AD-D738-4334-8885-3A398EFCB59F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5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1A42-59FD-4064-8CCD-AB45B002536A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3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24E8F-22EA-4B35-AD2C-6DC8C6EE1583}" type="datetime1">
              <a:rPr lang="en-US" smtClean="0"/>
              <a:t>03-Sep-15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D566-898A-4A2D-9618-05E946B4C9E2}" type="datetime1">
              <a:rPr lang="en-US" smtClean="0"/>
              <a:t>03-Sep-15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6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5667-42F0-47A3-BC19-89E404DDE46D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0685-47E8-4535-BC8A-8F991F835345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7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E310B-275D-4515-9C9E-12A961446612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09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96F-ED71-468C-B441-C6DF63793E01}" type="datetime1">
              <a:rPr lang="en-US" smtClean="0"/>
              <a:t>03-Sep-15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8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C4BD-652C-472B-ACA6-BA2860C881E8}" type="datetime1">
              <a:rPr lang="en-US" smtClean="0"/>
              <a:t>03-Sep-15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2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66279-2B6D-40E3-A5C5-DB9A381E08DB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51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AED8-9341-4A39-86BF-3F5BF5E0B086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0191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DCDE-F5C7-45F4-92CC-321BB306C1A5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35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EB51-0919-4FB7-A17B-74B640667CFD}" type="datetime1">
              <a:rPr lang="en-US" smtClean="0"/>
              <a:t>03-Sep-15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54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BE2-54CF-4ADB-BA9C-2155693645ED}" type="datetime1">
              <a:rPr lang="en-US" smtClean="0"/>
              <a:t>03-Sep-15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55C39-7D9A-4073-AFF9-07B25430317C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46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8538-5C41-48C4-A2A6-9B60813B1DF7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0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59EC7F-1EC6-4C76-BDBE-D5E2798B394F}" type="datetime1">
              <a:rPr lang="en-US" smtClean="0"/>
              <a:t>03-Sep-15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818E2-AC95-4306-9837-1FF4C63BE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75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542814"/>
            <a:ext cx="9144000" cy="1144319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THU HOẠCH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0173" y="2253803"/>
            <a:ext cx="4520487" cy="656823"/>
          </a:xfrm>
        </p:spPr>
        <p:txBody>
          <a:bodyPr/>
          <a:lstStyle/>
          <a:p>
            <a:pPr algn="ctr"/>
            <a:r>
              <a:rPr lang="en-US" sz="2800" b="1" i="1" dirty="0" smtClean="0">
                <a:solidFill>
                  <a:schemeClr val="tx2"/>
                </a:solidFill>
              </a:rPr>
              <a:t>Project code: CSS</a:t>
            </a:r>
          </a:p>
          <a:p>
            <a:pPr algn="ctr"/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524258" y="3477296"/>
            <a:ext cx="7572779" cy="162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GST_UIT_.NET</a:t>
            </a:r>
          </a:p>
          <a:p>
            <a:pPr algn="l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06</a:t>
            </a:r>
          </a:p>
          <a:p>
            <a:pPr algn="l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5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1797"/>
            <a:ext cx="10515600" cy="88412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434" y="2226502"/>
            <a:ext cx="9911366" cy="32856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12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output.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list.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test.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1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output.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538515"/>
            <a:ext cx="10515600" cy="20380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đính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2400" i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978025"/>
            <a:ext cx="10515600" cy="203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Ouput, bao gồm:</a:t>
            </a:r>
          </a:p>
          <a:p>
            <a:pPr lvl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code.</a:t>
            </a:r>
          </a:p>
          <a:p>
            <a:pPr lvl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script SQL trình bày thiết kế database.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4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“Home page”: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560" y="2305317"/>
            <a:ext cx="8435114" cy="403418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89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02" y="2192349"/>
            <a:ext cx="8099402" cy="415435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73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29105"/>
            <a:ext cx="8544529" cy="44512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9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36" y="1965954"/>
            <a:ext cx="8612814" cy="452258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11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50383"/>
            <a:ext cx="8711955" cy="45109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8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66249"/>
            <a:ext cx="8478391" cy="444041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0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“Add new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1054"/>
            <a:ext cx="8782520" cy="450545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5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“View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17629"/>
            <a:ext cx="8389849" cy="450808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1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“Edit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1983"/>
            <a:ext cx="8528296" cy="434155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49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“Edit a agreement”: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24170"/>
            <a:ext cx="8579812" cy="43542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96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“Show agreement by status”: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05318"/>
            <a:ext cx="8677946" cy="332180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76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8"/>
            <a:ext cx="10515600" cy="77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“Show top agreement recently”: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04610"/>
            <a:ext cx="9205108" cy="357088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4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532587"/>
            <a:ext cx="10515600" cy="3876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web: ASP.net MVC,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CSS, HTML,.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v.v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06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090" y="2752904"/>
            <a:ext cx="7816403" cy="1522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818E2-AC95-4306-9837-1FF4C63BE70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9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386</Words>
  <Application>Microsoft Office PowerPoint</Application>
  <PresentationFormat>Widescreen</PresentationFormat>
  <Paragraphs>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BÁO CÁO THU HOẠCH</vt:lpstr>
      <vt:lpstr>1. Báo cáo tiến độ và mức độ hoàn thành.</vt:lpstr>
      <vt:lpstr>2. Các tài liệu và output.</vt:lpstr>
      <vt:lpstr>2. Các tài liệu và output.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3. Một số chức năng.</vt:lpstr>
      <vt:lpstr>4. Thu hoạch.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thu hoạch</dc:title>
  <dc:creator>luong uit</dc:creator>
  <cp:lastModifiedBy>luong uit</cp:lastModifiedBy>
  <cp:revision>13</cp:revision>
  <dcterms:created xsi:type="dcterms:W3CDTF">2015-09-03T15:15:06Z</dcterms:created>
  <dcterms:modified xsi:type="dcterms:W3CDTF">2015-09-03T16:05:30Z</dcterms:modified>
</cp:coreProperties>
</file>